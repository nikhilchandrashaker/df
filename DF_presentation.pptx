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_MASTER">
    <p:bg>
      <p:bgPr>
        <a:solidFill>
          <a:srgbClr val="F2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C0A8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_MASTER">
    <p:bg>
      <p:bgPr>
        <a:solidFill>
          <a:srgbClr val="17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C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hypothetical rule, tested against 150 seasons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fielding didn’t require hitting?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F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let pitchers stop batting in 1973. It never asked the mirror question: could a great glove stop batting too? A counterfactual test of a “designated fielder,” built from the Lahman database, 1876–2025.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46304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suitability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player-seasons look like a DF — great glove, weak bat, relative to their league and position?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17830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impact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specific team actually have the roster pieces — a bench bat, a better glove — to gain runs from the swap?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deliberately separate. One is an input to the other — not the answer.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doesn’t convert to runs cleanly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and pretending it does breaks the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pass converted fielding-range differences into runs at ~0.75 runs/play, the textbook constant. It produced single-season values of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 to +200 runs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nonsense, since even the best real defensive seasons top out near +30.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putouts mix real skill with a team’s groundball rate, park, and pitching staff — context only batted-ball data can separate. So defense here is a position-season z-score, not invented runs.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team-level swap, in three roles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" cy="1051560"/>
          </a:xfrm>
          <a:prstGeom prst="rect">
            <a:avLst/>
          </a:prstGeom>
          <a:solidFill>
            <a:srgbClr val="8A332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real starter: bats and fields the position.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864" cy="1051560"/>
          </a:xfrm>
          <a:prstGeom prst="rect">
            <a:avLst/>
          </a:prstGeom>
          <a:solidFill>
            <a:srgbClr val="8A33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candidate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teammate with the best glove at that spot, only if better than the incumbent’s.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4864" cy="1051560"/>
          </a:xfrm>
          <a:prstGeom prst="rect">
            <a:avLst/>
          </a:prstGeom>
          <a:solidFill>
            <a:srgbClr val="8A332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hitter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bench bat, who inherits the incumbent’s plate appearances.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Offensive Swap = (displaced hitter’s runs/PA − incumbent’s runs/PA) × incumbent’s actual PA — real runs, no defensive assumption required.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2,459 viable team-seasons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Team-seasons with a viable swap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2,459 / 3,614 (68%)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best-swap gain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+16.6 runs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Swaps positive on offense alone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Corr(swap size, defense gap)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40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near-zero correlation is the finding: gain is driven by whether a bench bat is sitting unused, almost independent of how much better the glove is.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1985 Cardinals, right field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modeled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F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Vince Coleman keeps his glove-average bat. Tito Landrum takes over defensively. Cesar Cedeno — just 82 plate appearances that year, at an elite rate — inherits the bat. The largest single swap in the sample.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B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doesn’t prove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“displaced hitters” (Mark McGwire, 2000 Cardinals) had few plate appearances from a mid-season trade — not from being buried for a bad glove. The model can’t yet tell those apart.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Still: two-thirds of team-seasons in baseball history had a real bench bat sitting behind a fielder who didn’t need to hit as well as he did — and the rule that would have unlocked it never existed.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Fielder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2026-09-26T23:46:50Z</dcterms:created>
  <dcterms:modified xsi:type="dcterms:W3CDTF">2026-09-26T23:46:50Z</dcterms:modified>
</cp:coreProperties>
</file>